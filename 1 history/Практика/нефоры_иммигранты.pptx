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AA740E-E6B3-4844-A2F2-C21988C77B78}" v="40" dt="2025-11-26T18:09:03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yZik SmyZik" userId="e7fa5dc955ca3064" providerId="LiveId" clId="{8AD6094B-5382-4DAE-888F-567D72C73D08}"/>
    <pc:docChg chg="undo custSel addSld delSld modSld">
      <pc:chgData name="SmyZik SmyZik" userId="e7fa5dc955ca3064" providerId="LiveId" clId="{8AD6094B-5382-4DAE-888F-567D72C73D08}" dt="2025-11-26T18:11:11.816" v="692" actId="20577"/>
      <pc:docMkLst>
        <pc:docMk/>
      </pc:docMkLst>
      <pc:sldChg chg="modSp new mod">
        <pc:chgData name="SmyZik SmyZik" userId="e7fa5dc955ca3064" providerId="LiveId" clId="{8AD6094B-5382-4DAE-888F-567D72C73D08}" dt="2025-11-26T17:45:14.838" v="357" actId="790"/>
        <pc:sldMkLst>
          <pc:docMk/>
          <pc:sldMk cId="20565233" sldId="256"/>
        </pc:sldMkLst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20565233" sldId="256"/>
            <ac:spMk id="2" creationId="{589438D5-43A3-FDA4-6095-F30E87E0CF63}"/>
          </ac:spMkLst>
        </pc:spChg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20565233" sldId="256"/>
            <ac:spMk id="3" creationId="{0F827008-F736-F462-5EC4-DBA6955C10C7}"/>
          </ac:spMkLst>
        </pc:spChg>
      </pc:sldChg>
      <pc:sldChg chg="addSp delSp modSp new mod setBg">
        <pc:chgData name="SmyZik SmyZik" userId="e7fa5dc955ca3064" providerId="LiveId" clId="{8AD6094B-5382-4DAE-888F-567D72C73D08}" dt="2025-11-26T17:45:14.838" v="357" actId="790"/>
        <pc:sldMkLst>
          <pc:docMk/>
          <pc:sldMk cId="4135873365" sldId="257"/>
        </pc:sldMkLst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4135873365" sldId="257"/>
            <ac:spMk id="2" creationId="{8E748324-F67D-D07E-DB6A-BC5C6ABB2CED}"/>
          </ac:spMkLst>
        </pc:spChg>
        <pc:spChg chg="del mod">
          <ac:chgData name="SmyZik SmyZik" userId="e7fa5dc955ca3064" providerId="LiveId" clId="{8AD6094B-5382-4DAE-888F-567D72C73D08}" dt="2025-11-26T17:32:59.694" v="43" actId="931"/>
          <ac:spMkLst>
            <pc:docMk/>
            <pc:sldMk cId="4135873365" sldId="257"/>
            <ac:spMk id="3" creationId="{C3E76D04-DE5A-5989-CC33-1B812319500D}"/>
          </ac:spMkLst>
        </pc:spChg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4135873365" sldId="257"/>
            <ac:spMk id="4" creationId="{55AF38B2-D906-5B34-D5E0-CDB1150E560A}"/>
          </ac:spMkLst>
        </pc:spChg>
        <pc:spChg chg="add mod">
          <ac:chgData name="SmyZik SmyZik" userId="e7fa5dc955ca3064" providerId="LiveId" clId="{8AD6094B-5382-4DAE-888F-567D72C73D08}" dt="2025-11-26T17:45:14.838" v="357" actId="790"/>
          <ac:spMkLst>
            <pc:docMk/>
            <pc:sldMk cId="4135873365" sldId="257"/>
            <ac:spMk id="7" creationId="{59C01982-934A-F880-E184-F72ADAF8307B}"/>
          </ac:spMkLst>
        </pc:spChg>
        <pc:spChg chg="add mod">
          <ac:chgData name="SmyZik SmyZik" userId="e7fa5dc955ca3064" providerId="LiveId" clId="{8AD6094B-5382-4DAE-888F-567D72C73D08}" dt="2025-11-26T17:45:14.838" v="357" actId="790"/>
          <ac:spMkLst>
            <pc:docMk/>
            <pc:sldMk cId="4135873365" sldId="257"/>
            <ac:spMk id="12" creationId="{C0763A76-9F1C-4FC5-82B7-DD475DA461B2}"/>
          </ac:spMkLst>
        </pc:spChg>
        <pc:spChg chg="add mod">
          <ac:chgData name="SmyZik SmyZik" userId="e7fa5dc955ca3064" providerId="LiveId" clId="{8AD6094B-5382-4DAE-888F-567D72C73D08}" dt="2025-11-26T17:45:14.838" v="357" actId="790"/>
          <ac:spMkLst>
            <pc:docMk/>
            <pc:sldMk cId="4135873365" sldId="257"/>
            <ac:spMk id="14" creationId="{E81BF4F6-F2CF-4984-9D14-D6966D92F99F}"/>
          </ac:spMkLst>
        </pc:spChg>
        <pc:picChg chg="add mod ord">
          <ac:chgData name="SmyZik SmyZik" userId="e7fa5dc955ca3064" providerId="LiveId" clId="{8AD6094B-5382-4DAE-888F-567D72C73D08}" dt="2025-11-26T17:33:08.606" v="46" actId="26606"/>
          <ac:picMkLst>
            <pc:docMk/>
            <pc:sldMk cId="4135873365" sldId="257"/>
            <ac:picMk id="6" creationId="{CAD869EA-F020-75E7-FEB2-1BCAE2AD664F}"/>
          </ac:picMkLst>
        </pc:picChg>
      </pc:sldChg>
      <pc:sldChg chg="delSp modSp new mod">
        <pc:chgData name="SmyZik SmyZik" userId="e7fa5dc955ca3064" providerId="LiveId" clId="{8AD6094B-5382-4DAE-888F-567D72C73D08}" dt="2025-11-26T17:45:14.838" v="357" actId="790"/>
        <pc:sldMkLst>
          <pc:docMk/>
          <pc:sldMk cId="633051790" sldId="258"/>
        </pc:sldMkLst>
        <pc:spChg chg="del">
          <ac:chgData name="SmyZik SmyZik" userId="e7fa5dc955ca3064" providerId="LiveId" clId="{8AD6094B-5382-4DAE-888F-567D72C73D08}" dt="2025-11-26T17:34:42.456" v="56" actId="21"/>
          <ac:spMkLst>
            <pc:docMk/>
            <pc:sldMk cId="633051790" sldId="258"/>
            <ac:spMk id="2" creationId="{A9B938F3-C518-E9E3-C496-A168A82D17B3}"/>
          </ac:spMkLst>
        </pc:spChg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633051790" sldId="258"/>
            <ac:spMk id="3" creationId="{1D33711B-C8C9-4FEA-3D7A-57C97A4290F8}"/>
          </ac:spMkLst>
        </pc:spChg>
      </pc:sldChg>
      <pc:sldChg chg="new del">
        <pc:chgData name="SmyZik SmyZik" userId="e7fa5dc955ca3064" providerId="LiveId" clId="{8AD6094B-5382-4DAE-888F-567D72C73D08}" dt="2025-11-26T17:33:33.880" v="54" actId="680"/>
        <pc:sldMkLst>
          <pc:docMk/>
          <pc:sldMk cId="1388034131" sldId="258"/>
        </pc:sldMkLst>
      </pc:sldChg>
      <pc:sldChg chg="addSp delSp modSp add mod setBg delDesignElem">
        <pc:chgData name="SmyZik SmyZik" userId="e7fa5dc955ca3064" providerId="LiveId" clId="{8AD6094B-5382-4DAE-888F-567D72C73D08}" dt="2025-11-26T17:45:14.838" v="357" actId="790"/>
        <pc:sldMkLst>
          <pc:docMk/>
          <pc:sldMk cId="1761774972" sldId="259"/>
        </pc:sldMkLst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1761774972" sldId="259"/>
            <ac:spMk id="2" creationId="{93D6FBFE-D4D6-E331-D1F1-16A63F96D562}"/>
          </ac:spMkLst>
        </pc:spChg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1761774972" sldId="259"/>
            <ac:spMk id="4" creationId="{1B2DE512-B4FD-B0E0-DF5D-50C743CF99A4}"/>
          </ac:spMkLst>
        </pc:spChg>
        <pc:spChg chg="del">
          <ac:chgData name="SmyZik SmyZik" userId="e7fa5dc955ca3064" providerId="LiveId" clId="{8AD6094B-5382-4DAE-888F-567D72C73D08}" dt="2025-11-26T17:43:47.906" v="295" actId="14826"/>
          <ac:spMkLst>
            <pc:docMk/>
            <pc:sldMk cId="1761774972" sldId="259"/>
            <ac:spMk id="7" creationId="{7D752BF8-B978-0C82-C87C-86BA3EDB6169}"/>
          </ac:spMkLst>
        </pc:spChg>
        <pc:spChg chg="add mod">
          <ac:chgData name="SmyZik SmyZik" userId="e7fa5dc955ca3064" providerId="LiveId" clId="{8AD6094B-5382-4DAE-888F-567D72C73D08}" dt="2025-11-26T17:45:14.838" v="357" actId="790"/>
          <ac:spMkLst>
            <pc:docMk/>
            <pc:sldMk cId="1761774972" sldId="259"/>
            <ac:spMk id="11" creationId="{C0763A76-9F1C-4FC5-82B7-DD475DA461B2}"/>
          </ac:spMkLst>
        </pc:spChg>
        <pc:spChg chg="del">
          <ac:chgData name="SmyZik SmyZik" userId="e7fa5dc955ca3064" providerId="LiveId" clId="{8AD6094B-5382-4DAE-888F-567D72C73D08}" dt="2025-11-26T17:40:39.732" v="226"/>
          <ac:spMkLst>
            <pc:docMk/>
            <pc:sldMk cId="1761774972" sldId="259"/>
            <ac:spMk id="12" creationId="{9622692E-465A-4D52-9AA5-89C4EC0EE574}"/>
          </ac:spMkLst>
        </pc:spChg>
        <pc:spChg chg="add mod">
          <ac:chgData name="SmyZik SmyZik" userId="e7fa5dc955ca3064" providerId="LiveId" clId="{8AD6094B-5382-4DAE-888F-567D72C73D08}" dt="2025-11-26T17:45:14.838" v="357" actId="790"/>
          <ac:spMkLst>
            <pc:docMk/>
            <pc:sldMk cId="1761774972" sldId="259"/>
            <ac:spMk id="13" creationId="{E81BF4F6-F2CF-4984-9D14-D6966D92F99F}"/>
          </ac:spMkLst>
        </pc:spChg>
        <pc:spChg chg="del">
          <ac:chgData name="SmyZik SmyZik" userId="e7fa5dc955ca3064" providerId="LiveId" clId="{8AD6094B-5382-4DAE-888F-567D72C73D08}" dt="2025-11-26T17:40:39.732" v="226"/>
          <ac:spMkLst>
            <pc:docMk/>
            <pc:sldMk cId="1761774972" sldId="259"/>
            <ac:spMk id="14" creationId="{FAAF9EBF-8AAA-0930-55B4-72AD61FA7B0F}"/>
          </ac:spMkLst>
        </pc:spChg>
        <pc:graphicFrameChg chg="add mod">
          <ac:chgData name="SmyZik SmyZik" userId="e7fa5dc955ca3064" providerId="LiveId" clId="{8AD6094B-5382-4DAE-888F-567D72C73D08}" dt="2025-11-26T17:41:01.765" v="228"/>
          <ac:graphicFrameMkLst>
            <pc:docMk/>
            <pc:sldMk cId="1761774972" sldId="259"/>
            <ac:graphicFrameMk id="3" creationId="{5B7191A4-DCA6-2BE6-CD49-6BB3B116E2A3}"/>
          </ac:graphicFrameMkLst>
        </pc:graphicFrameChg>
        <pc:graphicFrameChg chg="add mod">
          <ac:chgData name="SmyZik SmyZik" userId="e7fa5dc955ca3064" providerId="LiveId" clId="{8AD6094B-5382-4DAE-888F-567D72C73D08}" dt="2025-11-26T17:41:06.171" v="229"/>
          <ac:graphicFrameMkLst>
            <pc:docMk/>
            <pc:sldMk cId="1761774972" sldId="259"/>
            <ac:graphicFrameMk id="5" creationId="{877A7874-4792-CCAB-CF68-549B7ED8643D}"/>
          </ac:graphicFrameMkLst>
        </pc:graphicFrameChg>
        <pc:picChg chg="mod">
          <ac:chgData name="SmyZik SmyZik" userId="e7fa5dc955ca3064" providerId="LiveId" clId="{8AD6094B-5382-4DAE-888F-567D72C73D08}" dt="2025-11-26T17:43:51.672" v="296" actId="26606"/>
          <ac:picMkLst>
            <pc:docMk/>
            <pc:sldMk cId="1761774972" sldId="259"/>
            <ac:picMk id="6" creationId="{BC76DEDB-0F7B-8D5D-14DB-29BB4BBB7DF7}"/>
          </ac:picMkLst>
        </pc:picChg>
      </pc:sldChg>
      <pc:sldChg chg="addSp delSp modSp add mod">
        <pc:chgData name="SmyZik SmyZik" userId="e7fa5dc955ca3064" providerId="LiveId" clId="{8AD6094B-5382-4DAE-888F-567D72C73D08}" dt="2025-11-26T17:45:14.838" v="357" actId="790"/>
        <pc:sldMkLst>
          <pc:docMk/>
          <pc:sldMk cId="4159011548" sldId="260"/>
        </pc:sldMkLst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4159011548" sldId="260"/>
            <ac:spMk id="3" creationId="{D95757E3-ED84-BC24-348F-158F9D3E96C6}"/>
          </ac:spMkLst>
        </pc:spChg>
        <pc:spChg chg="add del">
          <ac:chgData name="SmyZik SmyZik" userId="e7fa5dc955ca3064" providerId="LiveId" clId="{8AD6094B-5382-4DAE-888F-567D72C73D08}" dt="2025-11-26T17:43:59.077" v="298" actId="22"/>
          <ac:spMkLst>
            <pc:docMk/>
            <pc:sldMk cId="4159011548" sldId="260"/>
            <ac:spMk id="4" creationId="{210B08A8-DFD1-EE65-28FB-FACAAB031A0C}"/>
          </ac:spMkLst>
        </pc:spChg>
      </pc:sldChg>
      <pc:sldChg chg="addSp delSp modSp add mod setBg delDesignElem">
        <pc:chgData name="SmyZik SmyZik" userId="e7fa5dc955ca3064" providerId="LiveId" clId="{8AD6094B-5382-4DAE-888F-567D72C73D08}" dt="2025-11-26T17:56:34.003" v="572" actId="14826"/>
        <pc:sldMkLst>
          <pc:docMk/>
          <pc:sldMk cId="2392099694" sldId="261"/>
        </pc:sldMkLst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2392099694" sldId="261"/>
            <ac:spMk id="2" creationId="{1DEADD41-C668-DD48-B391-0D64B39D5954}"/>
          </ac:spMkLst>
        </pc:spChg>
        <pc:spChg chg="add mod">
          <ac:chgData name="SmyZik SmyZik" userId="e7fa5dc955ca3064" providerId="LiveId" clId="{8AD6094B-5382-4DAE-888F-567D72C73D08}" dt="2025-11-26T17:56:10.192" v="571" actId="14826"/>
          <ac:spMkLst>
            <pc:docMk/>
            <pc:sldMk cId="2392099694" sldId="261"/>
            <ac:spMk id="3" creationId="{50CDBD22-4766-7CDC-F384-C17B47A33315}"/>
          </ac:spMkLst>
        </pc:spChg>
        <pc:spChg chg="mod">
          <ac:chgData name="SmyZik SmyZik" userId="e7fa5dc955ca3064" providerId="LiveId" clId="{8AD6094B-5382-4DAE-888F-567D72C73D08}" dt="2025-11-26T17:45:14.838" v="357" actId="790"/>
          <ac:spMkLst>
            <pc:docMk/>
            <pc:sldMk cId="2392099694" sldId="261"/>
            <ac:spMk id="4" creationId="{4B55D107-02CB-89F6-5881-0F454E65D389}"/>
          </ac:spMkLst>
        </pc:spChg>
        <pc:spChg chg="del">
          <ac:chgData name="SmyZik SmyZik" userId="e7fa5dc955ca3064" providerId="LiveId" clId="{8AD6094B-5382-4DAE-888F-567D72C73D08}" dt="2025-11-26T17:44:02.506" v="300"/>
          <ac:spMkLst>
            <pc:docMk/>
            <pc:sldMk cId="2392099694" sldId="261"/>
            <ac:spMk id="11" creationId="{F67CC085-9041-4C6F-BF2B-E716DC512E64}"/>
          </ac:spMkLst>
        </pc:spChg>
        <pc:spChg chg="del">
          <ac:chgData name="SmyZik SmyZik" userId="e7fa5dc955ca3064" providerId="LiveId" clId="{8AD6094B-5382-4DAE-888F-567D72C73D08}" dt="2025-11-26T17:44:02.506" v="300"/>
          <ac:spMkLst>
            <pc:docMk/>
            <pc:sldMk cId="2392099694" sldId="261"/>
            <ac:spMk id="13" creationId="{104BC71D-1462-0C9F-842A-4ED5DB30E3A3}"/>
          </ac:spMkLst>
        </pc:spChg>
        <pc:picChg chg="mod">
          <ac:chgData name="SmyZik SmyZik" userId="e7fa5dc955ca3064" providerId="LiveId" clId="{8AD6094B-5382-4DAE-888F-567D72C73D08}" dt="2025-11-26T17:56:34.003" v="572" actId="14826"/>
          <ac:picMkLst>
            <pc:docMk/>
            <pc:sldMk cId="2392099694" sldId="261"/>
            <ac:picMk id="6" creationId="{04B628ED-97BE-1A22-C8D8-3129E01199DF}"/>
          </ac:picMkLst>
        </pc:picChg>
      </pc:sldChg>
      <pc:sldChg chg="modSp add mod">
        <pc:chgData name="SmyZik SmyZik" userId="e7fa5dc955ca3064" providerId="LiveId" clId="{8AD6094B-5382-4DAE-888F-567D72C73D08}" dt="2025-11-26T17:55:05.003" v="570"/>
        <pc:sldMkLst>
          <pc:docMk/>
          <pc:sldMk cId="1544070637" sldId="262"/>
        </pc:sldMkLst>
        <pc:spChg chg="mod">
          <ac:chgData name="SmyZik SmyZik" userId="e7fa5dc955ca3064" providerId="LiveId" clId="{8AD6094B-5382-4DAE-888F-567D72C73D08}" dt="2025-11-26T17:55:05.003" v="570"/>
          <ac:spMkLst>
            <pc:docMk/>
            <pc:sldMk cId="1544070637" sldId="262"/>
            <ac:spMk id="3" creationId="{480A1B89-C54D-A7DE-BAAE-1C163D4A00DB}"/>
          </ac:spMkLst>
        </pc:spChg>
      </pc:sldChg>
      <pc:sldChg chg="modSp add mod">
        <pc:chgData name="SmyZik SmyZik" userId="e7fa5dc955ca3064" providerId="LiveId" clId="{8AD6094B-5382-4DAE-888F-567D72C73D08}" dt="2025-11-26T17:59:50.469" v="596" actId="20577"/>
        <pc:sldMkLst>
          <pc:docMk/>
          <pc:sldMk cId="2748738188" sldId="263"/>
        </pc:sldMkLst>
        <pc:spChg chg="mod">
          <ac:chgData name="SmyZik SmyZik" userId="e7fa5dc955ca3064" providerId="LiveId" clId="{8AD6094B-5382-4DAE-888F-567D72C73D08}" dt="2025-11-26T17:58:50.157" v="574"/>
          <ac:spMkLst>
            <pc:docMk/>
            <pc:sldMk cId="2748738188" sldId="263"/>
            <ac:spMk id="2" creationId="{B2C1C96E-5096-B7D4-1C7D-414B8EE35E1B}"/>
          </ac:spMkLst>
        </pc:spChg>
        <pc:spChg chg="mod">
          <ac:chgData name="SmyZik SmyZik" userId="e7fa5dc955ca3064" providerId="LiveId" clId="{8AD6094B-5382-4DAE-888F-567D72C73D08}" dt="2025-11-26T17:59:50.469" v="596" actId="20577"/>
          <ac:spMkLst>
            <pc:docMk/>
            <pc:sldMk cId="2748738188" sldId="263"/>
            <ac:spMk id="4" creationId="{EB781043-0B12-3BCB-2D7F-CC963AE5628A}"/>
          </ac:spMkLst>
        </pc:spChg>
        <pc:picChg chg="mod">
          <ac:chgData name="SmyZik SmyZik" userId="e7fa5dc955ca3064" providerId="LiveId" clId="{8AD6094B-5382-4DAE-888F-567D72C73D08}" dt="2025-11-26T17:59:09.303" v="575" actId="14826"/>
          <ac:picMkLst>
            <pc:docMk/>
            <pc:sldMk cId="2748738188" sldId="263"/>
            <ac:picMk id="6" creationId="{301794B5-F911-1EC9-19EB-837E98284040}"/>
          </ac:picMkLst>
        </pc:picChg>
      </pc:sldChg>
      <pc:sldChg chg="modSp add mod">
        <pc:chgData name="SmyZik SmyZik" userId="e7fa5dc955ca3064" providerId="LiveId" clId="{8AD6094B-5382-4DAE-888F-567D72C73D08}" dt="2025-11-26T18:11:11.816" v="692" actId="20577"/>
        <pc:sldMkLst>
          <pc:docMk/>
          <pc:sldMk cId="2845172566" sldId="264"/>
        </pc:sldMkLst>
        <pc:spChg chg="mod">
          <ac:chgData name="SmyZik SmyZik" userId="e7fa5dc955ca3064" providerId="LiveId" clId="{8AD6094B-5382-4DAE-888F-567D72C73D08}" dt="2025-11-26T18:11:11.816" v="692" actId="20577"/>
          <ac:spMkLst>
            <pc:docMk/>
            <pc:sldMk cId="2845172566" sldId="264"/>
            <ac:spMk id="3" creationId="{314714A4-8A22-6601-A9AB-4B43C47B38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424E8-ECDF-5896-69A9-D4ADC82E5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E0D353-5304-2C02-8A58-54867CF55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373E74-4966-389A-77F7-341131B7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86E83C-5026-50D8-87C4-0A7F03889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95B8BD-F381-CE2A-C427-B32D1ECB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84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F6FB9-65CA-8A40-6CC8-3371B88F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3074B0-5A35-8863-2138-CDA5572C2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A14AB-EA56-E41E-1A84-C9996F50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2C5803-E15F-AEBD-2670-CB0FDE01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3B3C7A-F877-5D24-8E2D-4CF3D56D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5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5678B-1686-CE19-CD17-AB186B6D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15C346-A885-50F6-A5CE-F89A4CC2A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49D2FA-F455-0853-A595-A50323FD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3DC65B-425E-758B-BF9E-EF5A818D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1A38D6-1C3F-BC57-A061-C06A3AFF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355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A5FF8-50CC-C893-D92D-5D223DEA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0377B-5C11-E9D8-CF3B-A6E423E0A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56D28D-0DF4-FF1F-3F6B-55BCAF188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9631DE-219C-F40F-FD6A-C9F39A35B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CF7F59-7D1F-C923-C4C6-E8DD1A25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6CA5F8-3BFF-DC05-0870-7DD2BC04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90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15C59-F5D5-E5DF-332D-146D55FF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94A842-C138-1886-8378-19FA095FF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9F4D75-3E25-CBB6-4E86-90ACD83F7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1ABF6A-5B0A-2077-77FD-EEDE02252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DB67EF-0AC4-480B-98DD-180F2EA7E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BD2961-9F47-211D-4C96-43AFFC2D2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FF46589-3BDB-E481-ECE0-82B48743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B1FA9F-CDA2-4FF0-8EFA-D18DB01D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6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B2D61-45A2-5E44-4F27-9F965FE65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08A27B-23C8-20E8-B50C-52CFE5684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0D1CAB-0FC2-934A-643C-DF26678A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8B5A20-A3E0-6DE4-839E-FEE91731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4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1725C8-2774-90A7-22B8-9F5C5C75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86926C-FAF0-9529-4A91-FE672C41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D439FF-7E3E-A845-9D42-DF3977138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883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11F44-4272-54D1-C479-37F021BBD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BE698-C36B-3FE0-B5D2-33BAF0DC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AA4075-C418-D7FE-45D7-636FFD456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802EB0-F0A0-A5C1-C381-6211CC7A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376A66-06DA-F309-1CA0-0003B197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1EB0E7-F99B-5DEB-7C0B-AC6B4EBF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65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A1B6F-6D9A-5CD8-BA76-349BE181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A0C10D-7FB1-07A7-1E69-84067DE08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B027EE-FEF9-8819-D095-F4B29B964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AEDD67-C281-1689-8EAE-A3001D7B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B28D44-0968-7F5D-0FBB-C6D7FC2D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2990A9-5CAE-C72D-A3CD-D6BE62C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82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EBD90-402D-9D36-89EA-FDCA00F5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F63F47-5946-AE44-5305-E1B30FEB7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E12B36-7A4E-CCF3-5667-92A1E60E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CC954-CDDF-8936-13D1-FEAEAAB1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495B4B-C221-E527-0516-FFBA4448D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67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87B8BD-B6AC-1059-7A84-A00E5D95F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B59F57-6D45-D771-B46D-EF3DA7382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14A905-4B1B-F68F-A057-89B172291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FED75A-3C20-25A9-C810-A1297846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9E489-0932-5B32-1A74-E118D0BD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387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847BE0-FBE5-1282-D8A6-02B510A48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565B38-B3EF-9961-D2A2-BC63A8A1D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8AAD53-4745-11DD-3D42-F1CBE6C95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AB27D-7D34-46E3-BF1D-AC6652317189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0FC838-D075-CA3D-E998-9A9BE4CBB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B30632-F5FF-D18E-A436-F61E98DF3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021F2-1941-4522-9B11-D5BB6E587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87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-koncept.ru/2017/570177.ht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oma.ru/kto-uplyil-na-filosofskom-parohode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mrz.ru/encyclopedia/vilde-vild-boris-vladimirovich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yomemuevo.blogspot.com/2010/1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politika.ru/sr/article/rusko-kulturno-nasledje-u-srbiji-ljudi-1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yomemuevo.blogspot.com/2010/1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438D5-43A3-FDA4-6095-F30E87E0CF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noProof="0" dirty="0"/>
              <a:t>Эмиграция XX века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827008-F736-F462-5EC4-DBA6955C1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565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noProof="0" dirty="0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48324-F67D-D07E-DB6A-BC5C6ABB2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5"/>
            <a:ext cx="4646904" cy="22236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100" b="1" noProof="0" dirty="0"/>
              <a:t>Вернадский (</a:t>
            </a:r>
            <a:r>
              <a:rPr lang="ru-RU" sz="3100" b="1" noProof="0" dirty="0" err="1"/>
              <a:t>Vernadsky</a:t>
            </a:r>
            <a:r>
              <a:rPr lang="ru-RU" sz="3100" b="1" noProof="0" dirty="0"/>
              <a:t>) Георгий Владимирович</a:t>
            </a:r>
            <a:br>
              <a:rPr lang="ru-RU" sz="3100" b="1" noProof="0" dirty="0"/>
            </a:br>
            <a:endParaRPr lang="ru-RU" sz="3100" noProof="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AF38B2-D906-5B34-D5E0-CDB1150E5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рождения: 20.08/01.09.1887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смерти: 12.06.1973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Профессия: Историк</a:t>
            </a:r>
            <a:endParaRPr lang="ru-RU" sz="2800" noProof="0" dirty="0"/>
          </a:p>
        </p:txBody>
      </p:sp>
      <p:pic>
        <p:nvPicPr>
          <p:cNvPr id="6" name="Рисунок 5" descr="Изображение выглядит как Человеческое лицо, человек, портрет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D869EA-F020-75E7-FEB2-1BCAE2AD66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877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C01982-934A-F880-E184-F72ADAF8307B}"/>
              </a:ext>
            </a:extLst>
          </p:cNvPr>
          <p:cNvSpPr txBox="1"/>
          <p:nvPr/>
        </p:nvSpPr>
        <p:spPr>
          <a:xfrm>
            <a:off x="9463781" y="6657946"/>
            <a:ext cx="27350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ru-RU" sz="700" noProof="0" dirty="0">
                <a:solidFill>
                  <a:srgbClr val="FFFFFF"/>
                </a:solidFill>
                <a:hlinkClick r:id="rId3" tooltip="https://e-koncept.ru/2017/570177.ht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Это изображение</a:t>
            </a:r>
            <a:r>
              <a:rPr lang="ru-RU" sz="700" noProof="0" dirty="0">
                <a:solidFill>
                  <a:srgbClr val="FFFFFF"/>
                </a:solidFill>
              </a:rPr>
              <a:t>, автор: Неизвестный автор, лицензия: </a:t>
            </a:r>
            <a:r>
              <a:rPr lang="ru-RU" sz="700" noProof="0" dirty="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ru-RU" sz="7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7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D33711B-C8C9-4FEA-3D7A-57C97A42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737"/>
            <a:ext cx="10515600" cy="5656263"/>
          </a:xfrm>
        </p:spPr>
        <p:txBody>
          <a:bodyPr/>
          <a:lstStyle/>
          <a:p>
            <a:r>
              <a:rPr lang="ru-RU" noProof="0" dirty="0"/>
              <a:t>Сын академика В.И. Вернадского</a:t>
            </a:r>
          </a:p>
          <a:p>
            <a:r>
              <a:rPr lang="ru-RU" noProof="0" dirty="0"/>
              <a:t>Учёный, историк и профессор русского права, работавший в США и внесший значительный вклад в изучение истории России</a:t>
            </a:r>
          </a:p>
          <a:p>
            <a:r>
              <a:rPr lang="ru-RU" noProof="0" dirty="0"/>
              <a:t>Был участником Белого движения, после Гражданской войны уехал из страны</a:t>
            </a:r>
          </a:p>
          <a:p>
            <a:r>
              <a:rPr lang="ru-RU" noProof="0" dirty="0"/>
              <a:t>Жил в Афинах, Праге, США</a:t>
            </a:r>
          </a:p>
          <a:p>
            <a:r>
              <a:rPr lang="ru-RU" noProof="0" dirty="0"/>
              <a:t>Город захоронения: Нью-</a:t>
            </a:r>
            <a:r>
              <a:rPr lang="ru-RU" noProof="0" dirty="0" err="1"/>
              <a:t>Хэйвен</a:t>
            </a:r>
            <a:r>
              <a:rPr lang="ru-RU" noProof="0" dirty="0"/>
              <a:t>, шт. Коннектикут</a:t>
            </a:r>
          </a:p>
        </p:txBody>
      </p:sp>
    </p:spTree>
    <p:extLst>
      <p:ext uri="{BB962C8B-B14F-4D97-AF65-F5344CB8AC3E}">
        <p14:creationId xmlns:p14="http://schemas.microsoft.com/office/powerpoint/2010/main" val="63305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3B047-8BE2-DE44-CD7B-DE905993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ru-RU" noProof="0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6FBFE-D4D6-E331-D1F1-16A63F96D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700" b="1" noProof="0" dirty="0" err="1"/>
              <a:t>Айхенвальд</a:t>
            </a:r>
            <a:r>
              <a:rPr lang="ru-RU" sz="3700" b="1" noProof="0" dirty="0"/>
              <a:t> (</a:t>
            </a:r>
            <a:r>
              <a:rPr lang="ru-RU" sz="3700" b="1" noProof="0" dirty="0" err="1"/>
              <a:t>Aihenvald</a:t>
            </a:r>
            <a:r>
              <a:rPr lang="ru-RU" sz="3700" b="1" noProof="0" dirty="0"/>
              <a:t>) Юлий Исаевич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2DE512-B4FD-B0E0-DF5D-50C743CF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рождения: 12.01.1872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смерти: 17.12.1928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Профессия: Психолог, философ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76DEDB-0F7B-8D5D-14DB-29BB4BBB7DF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2611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74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4C92-544F-C7DB-D84C-2440C190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95757E3-ED84-BC24-348F-158F9D3E9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737"/>
            <a:ext cx="10515600" cy="5656263"/>
          </a:xfrm>
        </p:spPr>
        <p:txBody>
          <a:bodyPr/>
          <a:lstStyle/>
          <a:p>
            <a:r>
              <a:rPr lang="ru-RU" noProof="0" dirty="0"/>
              <a:t>Ученый секретарь Московского психологического общества и секретарь редакции ж. «Вопросы философии и психологии», автор статей по психологии.</a:t>
            </a:r>
          </a:p>
          <a:p>
            <a:r>
              <a:rPr lang="ru-RU" noProof="0" dirty="0"/>
              <a:t> В 1922 за статью о расстреле поэта </a:t>
            </a:r>
            <a:r>
              <a:rPr lang="ru-RU" noProof="0" dirty="0" err="1"/>
              <a:t>Н.С.Гумилева</a:t>
            </a:r>
            <a:r>
              <a:rPr lang="ru-RU" noProof="0" dirty="0"/>
              <a:t> арестован, в сентябре 1922 выслан из Советской России</a:t>
            </a:r>
          </a:p>
          <a:p>
            <a:r>
              <a:rPr lang="ru-RU" noProof="0" dirty="0"/>
              <a:t>Жил в Берлине</a:t>
            </a:r>
          </a:p>
          <a:p>
            <a:r>
              <a:rPr lang="ru-RU" noProof="0" dirty="0"/>
              <a:t>Город захоронения: Берлин</a:t>
            </a:r>
          </a:p>
        </p:txBody>
      </p:sp>
    </p:spTree>
    <p:extLst>
      <p:ext uri="{BB962C8B-B14F-4D97-AF65-F5344CB8AC3E}">
        <p14:creationId xmlns:p14="http://schemas.microsoft.com/office/powerpoint/2010/main" val="415901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790A0-B4DE-3F5A-472F-2210298A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ADD41-C668-DD48-B391-0D64B39D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b="1" noProof="0" dirty="0"/>
              <a:t>Вильде (</a:t>
            </a:r>
            <a:r>
              <a:rPr lang="ru-RU" b="1" noProof="0" dirty="0" err="1"/>
              <a:t>Vildé</a:t>
            </a:r>
            <a:r>
              <a:rPr lang="ru-RU" b="1" noProof="0" dirty="0"/>
              <a:t>) Борис Владимирович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55D107-02CB-89F6-5881-0F454E65D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рождения: 25.06 / 08.07.1908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смерти: 23.02.1942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Профессия: Литературный критик, поэт, прозаик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B628ED-97BE-1A22-C8D8-3129E01199D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1187" b="11187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CDBD22-4766-7CDC-F384-C17B47A33315}"/>
              </a:ext>
            </a:extLst>
          </p:cNvPr>
          <p:cNvSpPr txBox="1"/>
          <p:nvPr/>
        </p:nvSpPr>
        <p:spPr>
          <a:xfrm>
            <a:off x="6096000" y="6858001"/>
            <a:ext cx="6102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hlinkClick r:id="rId4" tooltip="https://yomemuevo.blogspot.com/2010/10/"/>
              </a:rPr>
              <a:t>Это изображение</a:t>
            </a:r>
            <a:r>
              <a:rPr lang="ru-RU" sz="900"/>
              <a:t>, автор: Неизвестный автор, лицензия: </a:t>
            </a:r>
            <a:r>
              <a:rPr lang="ru-RU" sz="900">
                <a:hlinkClick r:id="rId5" tooltip="https://creativecommons.org/licenses/by-nc-nd/3.0/"/>
              </a:rPr>
              <a:t>CC BY-NC-ND</a:t>
            </a:r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39209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3F5C9-80EB-BEAB-1B06-6F1E8905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80A1B89-C54D-A7DE-BAAE-1C163D4A0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737"/>
            <a:ext cx="10515600" cy="5656263"/>
          </a:xfrm>
        </p:spPr>
        <p:txBody>
          <a:bodyPr/>
          <a:lstStyle/>
          <a:p>
            <a:r>
              <a:rPr lang="ru-RU" dirty="0"/>
              <a:t>Поэт, писатель и ученый, эмигрировавший во Францию, где активно участвовал в сопротивлении нацистской Германии и был казнен за участие в движении</a:t>
            </a:r>
          </a:p>
          <a:p>
            <a:r>
              <a:rPr lang="ru-RU" noProof="0" dirty="0"/>
              <a:t>В 1919 году вынужденно </a:t>
            </a:r>
            <a:r>
              <a:rPr lang="ru-RU" noProof="0" dirty="0" err="1"/>
              <a:t>перееха</a:t>
            </a:r>
            <a:r>
              <a:rPr lang="ru-RU" dirty="0"/>
              <a:t>л с семьей в Эстонию, пытался вернуться в Россию, но не смог </a:t>
            </a:r>
            <a:endParaRPr lang="ru-RU" noProof="0" dirty="0"/>
          </a:p>
          <a:p>
            <a:r>
              <a:rPr lang="ru-RU" noProof="0" dirty="0"/>
              <a:t>Жил в Эстонии, Германии и Франции</a:t>
            </a:r>
          </a:p>
          <a:p>
            <a:r>
              <a:rPr lang="ru-RU" noProof="0" dirty="0"/>
              <a:t>Город захоронения: </a:t>
            </a:r>
            <a:r>
              <a:rPr lang="ru-RU" dirty="0"/>
              <a:t>Иври-сюр-Сен, близ Парижа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544070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148A-B109-A3F4-1099-98BB1986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1C96E-5096-B7D4-1C7D-414B8EE3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b="1" dirty="0"/>
              <a:t>Мазурин Константин Митрофанович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781043-0B12-3BCB-2D7F-CC963AE56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рождения: </a:t>
            </a:r>
            <a:r>
              <a:rPr lang="ru-RU" sz="2000" dirty="0"/>
              <a:t>22.02.1866</a:t>
            </a:r>
            <a:endParaRPr lang="ru-RU" sz="2800" noProof="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Дата смерти: </a:t>
            </a:r>
            <a:r>
              <a:rPr lang="ru-RU" sz="2000" dirty="0"/>
              <a:t>07.02.1959</a:t>
            </a:r>
            <a:endParaRPr lang="ru-RU" sz="2800" noProof="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ru-RU" sz="2000" noProof="0" dirty="0"/>
              <a:t>Профессия: Музыковед, врач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1794B5-F911-1EC9-19EB-837E9828404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44" b="7944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9A13BA-B6E9-E845-AF42-185480DEB0A1}"/>
              </a:ext>
            </a:extLst>
          </p:cNvPr>
          <p:cNvSpPr txBox="1"/>
          <p:nvPr/>
        </p:nvSpPr>
        <p:spPr>
          <a:xfrm>
            <a:off x="6096000" y="6858001"/>
            <a:ext cx="6102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hlinkClick r:id="rId4" tooltip="https://yomemuevo.blogspot.com/2010/10/"/>
              </a:rPr>
              <a:t>Это изображение</a:t>
            </a:r>
            <a:r>
              <a:rPr lang="ru-RU" sz="900"/>
              <a:t>, автор: Неизвестный автор, лицензия: </a:t>
            </a:r>
            <a:r>
              <a:rPr lang="ru-RU" sz="900">
                <a:hlinkClick r:id="rId5" tooltip="https://creativecommons.org/licenses/by-nc-nd/3.0/"/>
              </a:rPr>
              <a:t>CC BY-NC-ND</a:t>
            </a:r>
            <a:endParaRPr lang="ru-RU" sz="900"/>
          </a:p>
        </p:txBody>
      </p:sp>
    </p:spTree>
    <p:extLst>
      <p:ext uri="{BB962C8B-B14F-4D97-AF65-F5344CB8AC3E}">
        <p14:creationId xmlns:p14="http://schemas.microsoft.com/office/powerpoint/2010/main" val="274873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46D9B-5566-BE90-11CB-96411625A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14714A4-8A22-6601-A9AB-4B43C47B3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737"/>
            <a:ext cx="10515600" cy="5656263"/>
          </a:xfrm>
        </p:spPr>
        <p:txBody>
          <a:bodyPr/>
          <a:lstStyle/>
          <a:p>
            <a:r>
              <a:rPr lang="ru-RU" dirty="0"/>
              <a:t>Занимался пением и теорией музыки, напечатал несколько книг на эту тему. Автор нескольких поэтических сборников. Имел частную практику, содержал акушерско-гинекологическую лечебницу на Неглинке, бесплатную для неимущих.</a:t>
            </a:r>
            <a:endParaRPr lang="en-US" dirty="0"/>
          </a:p>
          <a:p>
            <a:r>
              <a:rPr lang="ru-RU" noProof="0" dirty="0"/>
              <a:t>В апреле 1919 года, после Революции, эмигрировал</a:t>
            </a:r>
          </a:p>
          <a:p>
            <a:r>
              <a:rPr lang="ru-RU" noProof="0" dirty="0"/>
              <a:t>Жил в Югославии</a:t>
            </a:r>
          </a:p>
          <a:p>
            <a:r>
              <a:rPr lang="ru-RU" noProof="0" dirty="0"/>
              <a:t>Город захоронения: </a:t>
            </a:r>
            <a:r>
              <a:rPr lang="ru-RU" dirty="0" err="1"/>
              <a:t>Шабац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451725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322</Words>
  <Application>Microsoft Office PowerPoint</Application>
  <PresentationFormat>Широкоэкранный</PresentationFormat>
  <Paragraphs>37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Эмиграция XX века</vt:lpstr>
      <vt:lpstr>Вернадский (Vernadsky) Георгий Владимирович </vt:lpstr>
      <vt:lpstr>Презентация PowerPoint</vt:lpstr>
      <vt:lpstr>Айхенвальд (Aihenvald) Юлий Исаевич</vt:lpstr>
      <vt:lpstr>Презентация PowerPoint</vt:lpstr>
      <vt:lpstr>Вильде (Vildé) Борис Владимирович</vt:lpstr>
      <vt:lpstr>Презентация PowerPoint</vt:lpstr>
      <vt:lpstr>Мазурин Константин Митрофанович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SmyZik SmyZik</dc:creator>
  <cp:lastModifiedBy>SmyZik SmyZik</cp:lastModifiedBy>
  <cp:revision>1</cp:revision>
  <dcterms:created xsi:type="dcterms:W3CDTF">2025-11-26T16:50:35Z</dcterms:created>
  <dcterms:modified xsi:type="dcterms:W3CDTF">2025-11-26T18:11:17Z</dcterms:modified>
</cp:coreProperties>
</file>